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700"/>
                </a:solidFill>
              </a:rPr>
              <a:t>✦ ✧ ✦ ✧ ✦ ✧ ✦ ✧ ✦ ✧ ✦ ✧ 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91440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D700"/>
                </a:solidFill>
              </a:rPr>
              <a:t>✨ ターラの星読みレポート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73736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8B8FF"/>
                </a:solidFill>
              </a:rPr>
              <a:t>〜 あなたの天職と輝き方を、星たちが教えてくれます 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D700"/>
                </a:solidFill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5176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💫 テスト太郎 さんへ 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C8B8FF"/>
                </a:solidFill>
              </a:rPr>
              <a:t>生年月日: 1990年3月15日  14:30  / Tokyo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>
                <a:solidFill>
                  <a:srgbClr val="E8E0FF"/>
                </a:solidFill>
              </a:rPr>
              <a:t>星は、あなたの可能性を制限するものではありません。</a:t>
            </a:r>
          </a:p>
          <a:p>
            <a:pPr algn="ctr"/>
            <a:r>
              <a:rPr sz="1400">
                <a:solidFill>
                  <a:srgbClr val="E8E0FF"/>
                </a:solidFill>
              </a:rPr>
              <a:t>あなたが持って生まれた宝物を、一緒に見つけにいきましょう。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2179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D700"/>
                </a:solidFill>
              </a:rPr>
              <a:t>✦ ✧ ✦ ✧ ✦ ✧ ✦ ✧ ✦ ✧ ✦ ✧ 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9224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8B8FF"/>
                </a:solidFill>
              </a:rPr>
              <a:t>Tara's Astrology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🔮 あなたのネイタルチャート</a:t>
            </a:r>
          </a:p>
        </p:txBody>
      </p:sp>
      <p:pic>
        <p:nvPicPr>
          <p:cNvPr id="3" name="Picture 2" descr="tmpg2jnq51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85800"/>
            <a:ext cx="475488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120640" y="7315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D700"/>
                </a:solidFill>
              </a:rPr>
              <a:t>🌟 惑星の配置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74920" y="1280160"/>
            <a:ext cx="3840480" cy="71323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80" y="13258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D700"/>
                </a:solidFill>
              </a:rPr>
              <a:t>☉ 太陽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12080" y="16733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0FF"/>
                </a:solidFill>
              </a:rPr>
              <a:t>うお座 ♓  24.4°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084832"/>
            <a:ext cx="3840480" cy="71323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1305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C0C0"/>
                </a:solidFill>
              </a:rPr>
              <a:t>☽ 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47802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0FF"/>
                </a:solidFill>
              </a:rPr>
              <a:t>さそり座 ♏  6.5°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74920" y="2889504"/>
            <a:ext cx="3840480" cy="71323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293522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7CEEB"/>
                </a:solidFill>
              </a:rPr>
              <a:t>☿ 水星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0" y="3282696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0FF"/>
                </a:solidFill>
              </a:rPr>
              <a:t>うお座 ♓  20.7°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74920" y="3694176"/>
            <a:ext cx="3840480" cy="71323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373989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B6C1"/>
                </a:solidFill>
              </a:rPr>
              <a:t>♀ 金星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40873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0FF"/>
                </a:solidFill>
              </a:rPr>
              <a:t>みずがめ座 ♒  8.9°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498848"/>
            <a:ext cx="3840480" cy="71323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45445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A500"/>
                </a:solidFill>
              </a:rPr>
              <a:t>♃ 木星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0FF"/>
                </a:solidFill>
              </a:rPr>
              <a:t>かに座 ♋  1.4°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5303520"/>
            <a:ext cx="3840480" cy="713232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534924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7355"/>
                </a:solidFill>
              </a:rPr>
              <a:t>♄ 土星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56967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8E0FF"/>
                </a:solidFill>
              </a:rPr>
              <a:t>やぎ座 ♑  23.3°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91440"/>
            <a:ext cx="877824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</a:rPr>
              <a:t>☉ 太陽 × うお座 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B8FF"/>
                </a:solidFill>
              </a:rPr>
              <a:t>🌊 慈悲と感性に満ちた癒しの人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8412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8E0FF"/>
                </a:solidFill>
              </a:rPr>
              <a:t>太陽がうお座にあるあなたは、ロマンティックで純粋な感性の持ち主。同情心が強く、他人の痛みを自分のことのように感じる深い共感力があります。勘の鋭さと豊かな想像力は、芸術や癒しの世界で大きく花開きます。</a:t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/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>一人の時間を大切にしながら、感性をフルに使う仕事で輝きます。芸術・音楽・ダンス・ヒーリング・看護・福祉・スピリチュアル・映像など、人の心を癒し美しさを届ける仕事があなたの天職です。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✨ 輝ける仕事・適職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92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A500"/>
                </a:solidFill>
              </a:rPr>
              <a:t>◆ 芸術家・画家・詩人　◆ 音楽家・ダンサー　◆ ヒーラー・セラピスト　◆ 看護師・介護士　◆ 映像クリエイター・写真家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91440"/>
            <a:ext cx="877824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</a:rPr>
              <a:t>☽ 月 × さそり座 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B8FF"/>
                </a:solidFill>
              </a:rPr>
              <a:t>🔮 深く没頭することで充たされる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8412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8E0FF"/>
                </a:solidFill>
              </a:rPr>
              <a:t>月がさそり座のあなたは、物事の本質に迫ることで内面が満たされます。秘密主義で感情を表に出しにくいですが、内側では非常に豊かで深い感情の世界が広がっています。集中力と忍耐力は、誰もたどり着けない深みを生み出す武器です。</a:t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/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>深く掘り下げ、真実に近づく実感が充足感の源。心理・研究・金融・医療・スピリチュアルなど、深さと探究が求められる仕事が向いています。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✨ 輝ける仕事・適職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92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A500"/>
                </a:solidFill>
              </a:rPr>
              <a:t>◆ 心理士・精神科医　◆ 研究者・調査員　◆ 金融・投資アドバイザー　◆ スピリチュアルカウンセラー　◆ 外科医・医療専門職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91440"/>
            <a:ext cx="877824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</a:rPr>
              <a:t>☿ 水星 × うお座 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B8FF"/>
                </a:solidFill>
              </a:rPr>
              <a:t>🌊 直感と詩的な言語センス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8412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8E0FF"/>
                </a:solidFill>
              </a:rPr>
              <a:t>水星がうお座のあなたは、論理より直感と感性で思考する詩人のような知性の持ち主。言葉では伝えにくいことをイメージやアートで表現する能力が高いです。共感力が高く、感情に寄り添った表現で人の心に届く言葉を生み出します。</a:t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/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>感性と直感が求められる創造的な仕事で才能が開花します。芸術・音楽・詩・ヒーリング・映像・カウンセリングなどが向いています。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✨ 輝ける仕事・適職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92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A500"/>
                </a:solidFill>
              </a:rPr>
              <a:t>◆ 詩人・作家・コピーライター　◆ アーティスト・音楽家　◆ 映像クリエイター・写真家　◆ ヒーラー・カウンセラー　◆ 霊的カウンセラー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91440"/>
            <a:ext cx="877824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</a:rPr>
              <a:t>♀ 金星 × みずがめ座 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B8FF"/>
                </a:solidFill>
              </a:rPr>
              <a:t>⚡ 独創的な美の革新者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8412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8E0FF"/>
                </a:solidFill>
              </a:rPr>
              <a:t>金星がみずがめ座のあなたは、ユニークで前衛的な美意識の持ち主。みんなと同じより、個性的であることに価値と美しさを見出します。人類への愛と博愛精神が、仕事においても独創的なアイデアを生み出します。</a:t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/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>独創性と社会への貢献が感じられる仕事で輝きます。アート・テクノロジー・社会活動・環境・SF・未来デザインなどが向いています。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D700"/>
                </a:solidFill>
              </a:rPr>
              <a:t>✨ 輝ける仕事・適職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92040"/>
            <a:ext cx="8412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FFA500"/>
                </a:solidFill>
              </a:rPr>
              <a:t>◆ コンセプチュアルアーティスト　◆ UXデザイナー　◆ 社会起業家・NPO　◆ 環境デザイナー　◆ SF・未来クリエイター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91440"/>
            <a:ext cx="877824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</a:rPr>
              <a:t>♃ 木星  (かに座 ♋)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B8FF"/>
                </a:solidFill>
              </a:rPr>
              <a:t>♃ 発展と幸運の象徴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8E0FF"/>
                </a:solidFill>
              </a:rPr>
              <a:t>木星は「幸運と発展の星」。あなたのチャートで木星が示す領域で、人生は自然と広がり、守られ、豊かになっていきます。</a:t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/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>木星のエネルギーを仕事に活かすには、「より大きな視野」を持つこと。楽観的に挑戦し、惜しみなく知識や経験を分かち合う姿勢が、仕事での発展と豊かさをもたらします。</a:t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/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>木星の守護は、真摯に学び成長し続ける人に最もよく働きます。成功・繁栄・拡大の波に乗るには、自分の精神的な成長を怠らないことが大切です。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846320"/>
            <a:ext cx="8412480" cy="9144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🌟 かに座 ♋ の特徴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52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8E0FF"/>
                </a:solidFill>
              </a:rPr>
              <a:t>家族・コミュニティへの愛情と保護が幸運を引き寄せます。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91440"/>
            <a:ext cx="8778240" cy="100584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D700"/>
                </a:solidFill>
              </a:rPr>
              <a:t>♄ 土星  (やぎ座 ♑)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58368"/>
            <a:ext cx="8412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8B8FF"/>
                </a:solidFill>
              </a:rPr>
              <a:t>♄ 修行と本物の強さの象徴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8412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E8E0FF"/>
                </a:solidFill>
              </a:rPr>
              <a:t>土星は「修行と成長の星」。困難や制限に見えることも、実はあなたの魂が今世で取り組むべき大切なテーマです。</a:t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/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>土星のある領域では、最初は壁や苦労を感じるかもしれません。でも、誠実に時間をかけて努力し続けることで、木星の幸運よりもずっと揺るぎない、本物の力と達成感が得られます。</a:t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/>
            </a:r>
          </a:p>
          <a:p>
            <a:pPr algn="l"/>
            <a:r>
              <a:rPr sz="1300">
                <a:solidFill>
                  <a:srgbClr val="E8E0FF"/>
                </a:solidFill>
              </a:rPr>
              <a:t>仕事においては、土星が示すテーマに正面から向き合うことで、あなたは誰よりも深い専門性と信頼を積み上げていけるでしょう。土星はあなたの可能性を制限しているのではなく、本物の力を磨いているので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846320"/>
            <a:ext cx="8412480" cy="91440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8046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700"/>
                </a:solidFill>
              </a:rPr>
              <a:t>🌟 やぎ座 ♑ の特徴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8523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E8E0FF"/>
                </a:solidFill>
              </a:rPr>
              <a:t>「責任と社会的役割」を学ぶテーマ。誠実な努力が長期的な成功と信頼を生みます。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D700"/>
                </a:solidFill>
              </a:rPr>
              <a:t>🌟 総合まとめ - あなたの天職メッセージ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429768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79" y="9601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700"/>
                </a:solidFill>
              </a:rPr>
              <a:t>☉ 太陽（社会的な顔）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79" y="134416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うお座 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173736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B8FF"/>
                </a:solidFill>
              </a:rPr>
              <a:t>🌊 慈悲と感性に満ちた癒しの人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868680"/>
            <a:ext cx="429768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92040" y="96012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C0C0"/>
                </a:solidFill>
              </a:rPr>
              <a:t>☽ 月（内なる充足）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92040" y="134416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さそり座 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73736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B8FF"/>
                </a:solidFill>
              </a:rPr>
              <a:t>🔮 深く没頭することで充たされる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560320"/>
            <a:ext cx="429768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265176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7CEEB"/>
                </a:solidFill>
              </a:rPr>
              <a:t>☿ 水星（思考・表現）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30358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うお座 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2900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B8FF"/>
                </a:solidFill>
              </a:rPr>
              <a:t>🌊 直感と詩的な言語センス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2560320"/>
            <a:ext cx="429768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265176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B6C1"/>
                </a:solidFill>
              </a:rPr>
              <a:t>♀ 金星（喜びの源）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3580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みずがめ座 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42900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B8FF"/>
                </a:solidFill>
              </a:rPr>
              <a:t>⚡ 独創的な美の革新者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251960"/>
            <a:ext cx="429768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79" y="434340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</a:rPr>
              <a:t>♃ 木星（発展の方向）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79" y="472744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かに座 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79" y="512064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B8FF"/>
                </a:solidFill>
              </a:rPr>
              <a:t>♃ 発展と幸運の象徴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54880" y="4251960"/>
            <a:ext cx="4297680" cy="1508760"/>
          </a:xfrm>
          <a:prstGeom prst="rect">
            <a:avLst/>
          </a:prstGeom>
          <a:solidFill>
            <a:srgbClr val="1A1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34340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7355"/>
                </a:solidFill>
              </a:rPr>
              <a:t>♄ 土星（成長のテーマ）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4727448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やぎ座 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120640"/>
            <a:ext cx="4023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C8B8FF"/>
                </a:solidFill>
              </a:rPr>
              <a:t>♄ 修行と本物の強さの象徴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989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D700"/>
                </a:solidFill>
              </a:rPr>
              <a:t>─────────────────────────────────────────────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E8E0FF"/>
                </a:solidFill>
              </a:rPr>
              <a:t>✨ テスト太郎さん、あなたはこの星たちの恵みを受けて生まれてきました。
全ての星座に美しい意味があり、あなたの人生を彩っています。
ぜひ、自分らしく輝いてください。 ― Tara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