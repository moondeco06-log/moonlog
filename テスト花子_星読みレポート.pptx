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7ED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</a:rPr>
              <a:t>星 読 み レ ポ ー 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2ECCC"/>
                </a:solidFill>
              </a:rPr>
              <a:t>〜 星たちが伝える、あなたの持って生まれた輝き 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78892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F5F2"/>
                </a:solidFill>
              </a:rPr>
              <a:t>テスト花子  さんへ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840480"/>
            <a:ext cx="5486400" cy="566928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90448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898"/>
                </a:solidFill>
              </a:rPr>
              <a:t>1988年7月20日　10:15　／　Tokyo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2ECCC"/>
                </a:solidFill>
              </a:rPr>
              <a:t>星は、あなたの可能性を制限するものではありません。</a:t>
            </a:r>
          </a:p>
          <a:p>
            <a:pPr algn="ctr"/>
            <a:r>
              <a:rPr sz="1400">
                <a:solidFill>
                  <a:srgbClr val="B2ECCC"/>
                </a:solidFill>
              </a:rPr>
              <a:t>持って生まれた宝物を、ひとつひとつ一緒に見つけていきましょう。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97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</a:rPr>
              <a:t>☉  ☽  ☿  ♀  ♃  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9144000" cy="36576"/>
          </a:xfrm>
          <a:prstGeom prst="rect">
            <a:avLst/>
          </a:prstGeom>
          <a:solidFill>
            <a:srgbClr val="7ED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🔮  ネイタルチャート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ED8A4"/>
                </a:solidFill>
              </a:rPr>
              <a:t>あなたが生まれた瞬間の星の配置</a:t>
            </a:r>
          </a:p>
        </p:txBody>
      </p:sp>
      <p:pic>
        <p:nvPicPr>
          <p:cNvPr id="5" name="Picture 4" descr="tmp14ep7z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466344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83480" y="111556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</a:rPr>
              <a:t>惑 星 の 配 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1609344"/>
            <a:ext cx="4005072" cy="71323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02352" y="16824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☉  太陽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2352" y="20116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898"/>
                </a:solidFill>
              </a:rPr>
              <a:t>かに座 ♋　27.5°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6048" y="2414016"/>
            <a:ext cx="4005072" cy="71323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2352" y="24871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DCD0"/>
                </a:solidFill>
              </a:rPr>
              <a:t>☽ 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281635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898"/>
                </a:solidFill>
              </a:rPr>
              <a:t>てんびん座 ♎　4.9°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6048" y="3218688"/>
            <a:ext cx="4005072" cy="71323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3291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C8B8"/>
                </a:solidFill>
              </a:rPr>
              <a:t>☿  水星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362102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898"/>
                </a:solidFill>
              </a:rPr>
              <a:t>かに座 ♋　12.4°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6048" y="4023360"/>
            <a:ext cx="4005072" cy="71323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409651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8B8"/>
                </a:solidFill>
              </a:rPr>
              <a:t>♀  金星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442569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898"/>
                </a:solidFill>
              </a:rPr>
              <a:t>ふたご座 ♊　18.0°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6048" y="4828032"/>
            <a:ext cx="4005072" cy="71323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490118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840"/>
                </a:solidFill>
              </a:rPr>
              <a:t>♃  木星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52303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898"/>
                </a:solidFill>
              </a:rPr>
              <a:t>おうし座 ♉　29.7°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6048" y="5632704"/>
            <a:ext cx="4005072" cy="71323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57058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B890"/>
                </a:solidFill>
              </a:rPr>
              <a:t>♄  土星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60350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A898"/>
                </a:solidFill>
              </a:rPr>
              <a:t>いて座 ♐　27.2°  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☉  太陽  ×  かに座 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ED8A4"/>
                </a:solidFill>
              </a:rPr>
              <a:t>社会的な顔・自我・自己表現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15568"/>
            <a:ext cx="8595360" cy="502920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2ECCC"/>
                </a:solidFill>
              </a:rPr>
              <a:t>✦  深い愛情で人を包む、感性豊かな守護者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0F5F2"/>
                </a:solidFill>
              </a:rPr>
              <a:t>太陽がかに座にあるあなたは、家族・ルーツ・伝統を何より大切にする感受性の持ち主です。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周りの雰囲気を敏感に読み取り、人の気持ちに寄り添うことが自然にできます。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心の安定と保障を求め、大切な人を守ろうとする強い意志がある一方、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豊かな想像力と文学・詩への才能も持ち合わせています。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社会的には「思いやりがあり、頼れる存在」として映るでしょう。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誰かのために動くとき、あなたの自我は最も輝きます。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36576"/>
          </a:xfrm>
          <a:prstGeom prst="rect">
            <a:avLst/>
          </a:prstGeom>
          <a:solidFill>
            <a:srgbClr val="7ED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☽  月  ×  てんびん座 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ED8A4"/>
                </a:solidFill>
              </a:rPr>
              <a:t>内面・感情・無意識の反応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15568"/>
            <a:ext cx="8595360" cy="502920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2ECCC"/>
                </a:solidFill>
              </a:rPr>
              <a:t>✦  調和の中でこそ満たされる、美しい内面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0F5F2"/>
                </a:solidFill>
              </a:rPr>
              <a:t>月がてんびん座にあるあなたは、穏やかで調和のとれた環境の中で心が満たされます。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美しさと公平さへの感覚が鋭く、不調和な場所では感情が消耗しやすいでしょう。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人間関係を大切にし、良い関係性の中で最もエネルギーが高まります。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内面では常に「バランスが取れているか」を気にしている繊細さがあります。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美しい環境と良い人間関係が、感情の充足の鍵です。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自分の感覚を大切にしながら、時には自分のニーズも主張してみてください。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36576"/>
          </a:xfrm>
          <a:prstGeom prst="rect">
            <a:avLst/>
          </a:prstGeom>
          <a:solidFill>
            <a:srgbClr val="7ED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☿  水星  ×  かに座 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ED8A4"/>
                </a:solidFill>
              </a:rPr>
              <a:t>思考スタイル・コミュニケーション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15568"/>
            <a:ext cx="8595360" cy="502920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2ECCC"/>
                </a:solidFill>
              </a:rPr>
              <a:t>✦  感情と直感で伝える、共感的な思考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0F5F2"/>
                </a:solidFill>
              </a:rPr>
              <a:t>水星がかに座にあるあなたは、感情と直感を通じて思考し伝えます。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人の気持ちを読みながら話す共感力の高さが、言葉に深みと温かさをもたらします。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記憶力が良く、過去の経験と感情から学ぶ知性を持っています。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論理より感情や直感に基づいた判断を好み、心に届く言葉を自然と選びます。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感情に寄り添った伝え方が、あなたのコミュニケーションの最大の強みです。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時に感情と思考が混ざりすぎることもあるので、少し距離を置いて考える練習も有効です。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36576"/>
          </a:xfrm>
          <a:prstGeom prst="rect">
            <a:avLst/>
          </a:prstGeom>
          <a:solidFill>
            <a:srgbClr val="7ED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♀  金星  ×  ふたご座 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ED8A4"/>
                </a:solidFill>
              </a:rPr>
              <a:t>美意識・愛情・喜びの感じ方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15568"/>
            <a:ext cx="8595360" cy="502920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2ECCC"/>
                </a:solidFill>
              </a:rPr>
              <a:t>✦  知性と遊び心で人を魅了する、軽やかな美意識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8412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0F5F2"/>
                </a:solidFill>
              </a:rPr>
              <a:t>金星がふたご座にあるあなたは、知性とウィット、遊び心で人を引きつける魅力があります。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コミュニケーションを楽しむことが喜びの源で、多彩な出会いの中に美しさを見出します。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愛情表現は軽やかで言葉を大切にし、会話と知識の共有で親密さが深まります。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好奇心旺盛で多才、変化を楽しむ姿勢が人を惹きつける魅力になります。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多彩な出会いと会話の中で、あなたの金星は最も輝きます。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一つのことや関係に深く向き合う時間も、金星をさらに豊かにしてくれます。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36576"/>
          </a:xfrm>
          <a:prstGeom prst="rect">
            <a:avLst/>
          </a:prstGeom>
          <a:solidFill>
            <a:srgbClr val="7ED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♃  木星  （おうし座 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ED8A4"/>
                </a:solidFill>
              </a:rPr>
              <a:t>発展・成長・幸運のパターン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15568"/>
            <a:ext cx="8595360" cy="502920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2ECCC"/>
                </a:solidFill>
              </a:rPr>
              <a:t>✦  あなたの人生を豊かに広げる、発展と幸運の星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0F5F2"/>
                </a:solidFill>
              </a:rPr>
              <a:t>木星は「発展と幸運の星」。あなたのチャートで木星が示す領域は、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人生が自然と広がり、守られ、豊かになっていく場所です。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木星のエネルギーは、楽観的に挑戦し、惜しみなく知識や経験を分かち合う姿勢の中で輝きます。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物質的な豊かさだけでなく、精神的な成長と気づきをもたらす星でもあります。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木星の恩恵は、高い精神性と誠実な成長を続ける人に最もよく働きます。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「もっと大きな視野で世界を見る」という姿勢が、あなたの発展と幸運を引き寄せます。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166360"/>
            <a:ext cx="8595360" cy="1143000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303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✦  おうし座 ♉ の特徴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32704"/>
            <a:ext cx="8321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B2ECCC"/>
                </a:solidFill>
              </a:rPr>
              <a:t>着実な蓄積と五感を大切にした投資が豊かさをもたらします。本物を選ぶ審美眼が発展を生みます。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9144000" cy="36576"/>
          </a:xfrm>
          <a:prstGeom prst="rect">
            <a:avLst/>
          </a:prstGeom>
          <a:solidFill>
            <a:srgbClr val="7ED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♄  土星  （いて座 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ED8A4"/>
                </a:solidFill>
              </a:rPr>
              <a:t>魂の課題・学びのテーマ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15568"/>
            <a:ext cx="8595360" cy="502920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2ECCC"/>
                </a:solidFill>
              </a:rPr>
              <a:t>✦  本物の強さを磨く、魂の成長と課題の星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0F5F2"/>
                </a:solidFill>
              </a:rPr>
              <a:t>土星は「魂の課題と成長の星」。困難や制限に見えることも、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あなたの魂が今世で取り組むべき大切なテーマです。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土星のある領域では最初は壁や苦労を感じるかもしれません。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しかし誠実に時間をかけて向き合い続けることで、木星の幸運よりもずっと揺るぎない、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本物の力と深い達成感が得られます。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/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土星はあなたの可能性を制限しているのではありません。</a:t>
            </a:r>
          </a:p>
          <a:p>
            <a:pPr algn="l"/>
            <a:r>
              <a:rPr sz="1300">
                <a:solidFill>
                  <a:srgbClr val="F0F5F2"/>
                </a:solidFill>
              </a:rPr>
              <a:t>本物の強さと専門性を磨くために、あなた自身が選んできた魂のテーマなのです。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166360"/>
            <a:ext cx="8595360" cy="1143000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303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✦  いて座 ♐ の特徴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32704"/>
            <a:ext cx="8321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B2ECCC"/>
                </a:solidFill>
              </a:rPr>
              <a:t>「現実的な理想の実現」を学ぶテーマ。根拠のある楽観主義と、具体的な行動が豊かさをもたらします。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9144000" cy="36576"/>
          </a:xfrm>
          <a:prstGeom prst="rect">
            <a:avLst/>
          </a:prstGeom>
          <a:solidFill>
            <a:srgbClr val="7ED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🌟  総合まとめ  ─  あなたの天職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ED8A4"/>
                </a:solidFill>
              </a:rPr>
              <a:t>6つの星が描く、あなただけの適職像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43000"/>
            <a:ext cx="2834640" cy="126187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216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太陽｜社会的な顔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54533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5F2"/>
                </a:solidFill>
              </a:rPr>
              <a:t>かに座 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9476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A898"/>
                </a:solidFill>
              </a:rPr>
              <a:t>深い愛情で人を包む、感性豊かな守護者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1143000"/>
            <a:ext cx="2834640" cy="126187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1216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CD0"/>
                </a:solidFill>
              </a:rPr>
              <a:t>月｜内なる感情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154533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5F2"/>
                </a:solidFill>
              </a:rPr>
              <a:t>てんびん座 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2696" y="19476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A898"/>
                </a:solidFill>
              </a:rPr>
              <a:t>調和の中でこそ満たされる、美しい内面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143000"/>
            <a:ext cx="2834640" cy="126187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216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C8B8"/>
                </a:solidFill>
              </a:rPr>
              <a:t>水星｜思考・表現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154533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5F2"/>
                </a:solidFill>
              </a:rPr>
              <a:t>かに座 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19476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A898"/>
                </a:solidFill>
              </a:rPr>
              <a:t>感情と直感で伝える、共感的な思考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2560320"/>
            <a:ext cx="2834640" cy="126187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26334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8B8"/>
                </a:solidFill>
              </a:rPr>
              <a:t>金星｜美意識・喜び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29626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5F2"/>
                </a:solidFill>
              </a:rPr>
              <a:t>ふたご座 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36499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A898"/>
                </a:solidFill>
              </a:rPr>
              <a:t>知性と遊び心で人を魅了する、軽やかな美意識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72968" y="2560320"/>
            <a:ext cx="2834640" cy="126187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82696" y="26334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840"/>
                </a:solidFill>
              </a:rPr>
              <a:t>木星｜発展・幸運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29626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5F2"/>
                </a:solidFill>
              </a:rPr>
              <a:t>おうし座 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2696" y="336499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A898"/>
                </a:solidFill>
              </a:rPr>
              <a:t>着実な蓄積と五感を大切にした投資が豊かさをもたらします。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17336" y="2560320"/>
            <a:ext cx="2834640" cy="1261872"/>
          </a:xfrm>
          <a:prstGeom prst="roundRect">
            <a:avLst/>
          </a:prstGeom>
          <a:solidFill>
            <a:srgbClr val="143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7064" y="26334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B890"/>
                </a:solidFill>
              </a:rPr>
              <a:t>土星｜魂の課題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29626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5F2"/>
                </a:solidFill>
              </a:rPr>
              <a:t>いて座 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336499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A898"/>
                </a:solidFill>
              </a:rPr>
              <a:t>「現実的な理想の実現」を学ぶテーマ。根拠のある楽観主義と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" y="4160520"/>
            <a:ext cx="8686800" cy="2395728"/>
          </a:xfrm>
          <a:prstGeom prst="roundRect">
            <a:avLst/>
          </a:prstGeom>
          <a:solidFill>
            <a:srgbClr val="0F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28600" y="4160520"/>
            <a:ext cx="8686800" cy="475488"/>
          </a:xfrm>
          <a:prstGeom prst="roundRect">
            <a:avLst/>
          </a:prstGeom>
          <a:solidFill>
            <a:srgbClr val="1A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20624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✦  あなたに輝く適職・天職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681728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A8D878"/>
                </a:solidFill>
              </a:rPr>
              <a:t>◆  保育士・幼稚園教諭</a:t>
            </a:r>
          </a:p>
          <a:p>
            <a:pPr algn="l"/>
            <a:r>
              <a:rPr sz="1200">
                <a:solidFill>
                  <a:srgbClr val="A8D878"/>
                </a:solidFill>
              </a:rPr>
              <a:t>◆  カウンセラー・心理士</a:t>
            </a:r>
          </a:p>
          <a:p>
            <a:pPr algn="l"/>
            <a:r>
              <a:rPr sz="1200">
                <a:solidFill>
                  <a:srgbClr val="A8D878"/>
                </a:solidFill>
              </a:rPr>
              <a:t>◆  看護師・介護士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681728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A8D878"/>
                </a:solidFill>
              </a:rPr>
              <a:t>◆  料理人・フードコーディネーター</a:t>
            </a:r>
          </a:p>
          <a:p>
            <a:pPr algn="l"/>
            <a:r>
              <a:rPr sz="1200">
                <a:solidFill>
                  <a:srgbClr val="A8D878"/>
                </a:solidFill>
              </a:rPr>
              <a:t>◆  作家・詩人</a:t>
            </a:r>
          </a:p>
          <a:p>
            <a:pPr algn="l"/>
            <a:r>
              <a:rPr sz="1200">
                <a:solidFill>
                  <a:srgbClr val="A8D878"/>
                </a:solidFill>
              </a:rPr>
              <a:t>◆  弁護士・調停者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29400"/>
            <a:ext cx="9144000" cy="164592"/>
          </a:xfrm>
          <a:prstGeom prst="rect">
            <a:avLst/>
          </a:prstGeom>
          <a:solidFill>
            <a:srgbClr val="1A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638544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A898"/>
                </a:solidFill>
              </a:rPr>
              <a:t>星はあなたの可能性を輝かせるための地図です。あなたらしい道を、自信を持って歩んでください。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48272"/>
            <a:ext cx="9144000" cy="36576"/>
          </a:xfrm>
          <a:prstGeom prst="rect">
            <a:avLst/>
          </a:prstGeom>
          <a:solidFill>
            <a:srgbClr val="7ED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